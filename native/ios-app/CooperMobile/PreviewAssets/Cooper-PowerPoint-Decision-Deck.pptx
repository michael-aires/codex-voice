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OPER"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DE4A"/>
          </a:solidFill>
          <a:ln w="12700">
            <a:solidFill>
              <a:srgbClr val="F0D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377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AIRES / COOPER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2377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10" kern="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ARTIFACT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6510528"/>
            <a:ext cx="10874959" cy="0"/>
          </a:xfrm>
          <a:prstGeom prst="line">
            <a:avLst/>
          </a:prstGeom>
          <a:noFill/>
          <a:ln w="10160">
            <a:solidFill>
              <a:srgbClr val="DA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7453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 BY AIRES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2528" y="6565392"/>
            <a:ext cx="43891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71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2528" y="6565392"/>
            <a:ext cx="43891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71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DE4A"/>
          </a:solidFill>
          <a:ln w="12700">
            <a:solidFill>
              <a:srgbClr val="F0D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566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0D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AIRES / COOPER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1353312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 PowerPoint decision deck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86384" y="2999232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2E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bounded Cooper session becomes a decision-ready Office artifact. The shared worker generates the package once, the browser preserves the authenticated bytes, and iPhone opens the exact same file with native Quick Look.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8096" y="5065776"/>
            <a:ext cx="10661904" cy="0"/>
          </a:xfrm>
          <a:prstGeom prst="line">
            <a:avLst/>
          </a:prstGeom>
          <a:noFill/>
          <a:ln w="12700">
            <a:solidFill>
              <a:srgbClr val="555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2578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B7B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ARTIFACT  /  JUL 14,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5230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D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→ action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2528" y="6565392"/>
            <a:ext cx="43891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71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stays attached to action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508760"/>
            <a:ext cx="3410712" cy="3584448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12700">
            <a:solidFill>
              <a:srgbClr val="DAD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755648"/>
            <a:ext cx="566928" cy="411480"/>
          </a:xfrm>
          <a:prstGeom prst="rect">
            <a:avLst/>
          </a:prstGeom>
          <a:solidFill>
            <a:srgbClr val="F0D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432304"/>
            <a:ext cx="2852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310128"/>
            <a:ext cx="28529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bounded Cooper session becomes a decision-ready Office artifact.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23944" y="2944368"/>
            <a:ext cx="256032" cy="530352"/>
          </a:xfrm>
          <a:prstGeom prst="chevron">
            <a:avLst/>
          </a:prstGeom>
          <a:solidFill>
            <a:srgbClr val="252425"/>
          </a:solidFill>
          <a:ln w="12700">
            <a:solidFill>
              <a:srgbClr val="2524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1508760"/>
            <a:ext cx="3410712" cy="3584448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12700">
            <a:solidFill>
              <a:srgbClr val="DAD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755648"/>
            <a:ext cx="566928" cy="411480"/>
          </a:xfrm>
          <a:prstGeom prst="rect">
            <a:avLst/>
          </a:prstGeom>
          <a:solidFill>
            <a:srgbClr val="F0D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0016" y="2432304"/>
            <a:ext cx="2852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00016" y="3310128"/>
            <a:ext cx="28529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the source session, decisions, constraints, and unresolved questions.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09560" y="2944368"/>
            <a:ext cx="256032" cy="530352"/>
          </a:xfrm>
          <a:prstGeom prst="chevron">
            <a:avLst/>
          </a:prstGeom>
          <a:solidFill>
            <a:srgbClr val="252425"/>
          </a:solidFill>
          <a:ln w="12700">
            <a:solidFill>
              <a:srgbClr val="2524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508760"/>
            <a:ext cx="3410712" cy="3584448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12700">
            <a:solidFill>
              <a:srgbClr val="DAD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7344" y="1755648"/>
            <a:ext cx="566928" cy="411480"/>
          </a:xfrm>
          <a:prstGeom prst="rect">
            <a:avLst/>
          </a:prstGeom>
          <a:solidFill>
            <a:srgbClr val="F0D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2432304"/>
            <a:ext cx="2852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contract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85632" y="3310128"/>
            <a:ext cx="28529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PowerPoint and Excel generators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2528" y="6565392"/>
            <a:ext cx="43891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71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delivery contract is observable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8096" y="1417320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DFF5E5"/>
          </a:solidFill>
          <a:ln w="12700">
            <a:solidFill>
              <a:srgbClr val="9ACA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408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44752" y="1399032"/>
            <a:ext cx="8138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the source session, decisions, constraints, and unresolved questions.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84080" y="14904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8096" y="2167128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DFF5E5"/>
          </a:solidFill>
          <a:ln w="12700">
            <a:solidFill>
              <a:srgbClr val="9ACA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4752" y="2148840"/>
            <a:ext cx="8138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durable Office Open XML package on the authenticated host.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0" y="22402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2916936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DFF5E5"/>
          </a:solidFill>
          <a:ln w="12700">
            <a:solidFill>
              <a:srgbClr val="9ACA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907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4752" y="2898648"/>
            <a:ext cx="8138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the artifact record, MIME type, filename, and bytes across every client.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84080" y="29900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68096" y="3666744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DFF5E5"/>
          </a:solidFill>
          <a:ln w="12700">
            <a:solidFill>
              <a:srgbClr val="9ACA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657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44752" y="3648456"/>
            <a:ext cx="8138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PowerPoint and Excel generators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84080" y="373989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8096" y="4416552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DFF5E5"/>
          </a:solidFill>
          <a:ln w="12700">
            <a:solidFill>
              <a:srgbClr val="9ACA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07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44752" y="4398264"/>
            <a:ext cx="8138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browser download readers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84080" y="44897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8096" y="5166360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DFF5E5"/>
          </a:solidFill>
          <a:ln w="12700">
            <a:solidFill>
              <a:srgbClr val="9ACA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5157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44752" y="5148072"/>
            <a:ext cx="8138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Quick Look preview, export, and sharing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84080" y="52395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2528" y="6565392"/>
            <a:ext cx="43891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71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280160"/>
            <a:ext cx="109728" cy="4480560"/>
          </a:xfrm>
          <a:prstGeom prst="rect">
            <a:avLst/>
          </a:prstGeom>
          <a:solidFill>
            <a:srgbClr val="F0DE4A"/>
          </a:solidFill>
          <a:ln w="12700">
            <a:solidFill>
              <a:srgbClr val="F0D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MOVE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" y="1901952"/>
            <a:ext cx="8961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25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source session before the next move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3456432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F7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Release owner; High priority; validate physical-device handoff.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25712" y="4407408"/>
            <a:ext cx="1993392" cy="621792"/>
          </a:xfrm>
          <a:prstGeom prst="roundRect">
            <a:avLst>
              <a:gd name="adj" fmla="val 8824"/>
            </a:avLst>
          </a:prstGeom>
          <a:solidFill>
            <a:srgbClr val="252425"/>
          </a:solidFill>
          <a:ln w="12700">
            <a:solidFill>
              <a:srgbClr val="2524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98864" y="458114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IN COOPER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2528" y="6565392"/>
            <a:ext cx="43891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71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AIRES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Cooper PowerPoint decision deck</dc:title>
  <dc:subject>Generated session artifact</dc:subject>
  <dc:creator>Cooper by AIRES</dc:creator>
  <cp:lastModifiedBy>Cooper by AIRES</cp:lastModifiedBy>
  <cp:revision>1</cp:revision>
  <dcterms:created xsi:type="dcterms:W3CDTF">2026-07-14T17:52:12Z</dcterms:created>
  <dcterms:modified xsi:type="dcterms:W3CDTF">2026-07-14T17:52:12Z</dcterms:modified>
</cp:coreProperties>
</file>